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Introduction (Updated)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Introduction (Updated)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Key Features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Key Features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New Section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New Section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5. 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5. 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--- 以下、未使用スライド ---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--- 以下、未使用スライド ---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